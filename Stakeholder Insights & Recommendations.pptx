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revenue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74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Champions</c:v>
                  </c:pt>
                  <c:pt idx="1">
                    <c:v>Loyal</c:v>
                  </c:pt>
                  <c:pt idx="2">
                    <c:v>At Risk</c:v>
                  </c:pt>
                  <c:pt idx="3">
                    <c:v>Cannot Lose</c:v>
                  </c:pt>
                  <c:pt idx="4">
                    <c:v>Hibernating</c:v>
                  </c:pt>
                  <c:pt idx="5">
                    <c:v>New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64.2</c:v>
                </c:pt>
                <c:pt idx="1">
                  <c:v>17.5</c:v>
                </c:pt>
                <c:pt idx="2">
                  <c:v>9.7</c:v>
                </c:pt>
                <c:pt idx="3">
                  <c:v>3.3</c:v>
                </c:pt>
                <c:pt idx="4">
                  <c:v>2.2</c:v>
                </c:pt>
                <c:pt idx="5">
                  <c:v>1.4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2274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74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(20 sec). Say: 'This is an analysis of our customer base - about 500,000 purchases from over 4,300 customers - to answer one question: what makes a customer valuable, and how do we get more of that value. I did it end-to-end in SQL. I'll cover the key findings and what I'd recommend we do.'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slide. Say: 'A customer who shops both online AND in-store is worth about 5 times more than one who only uses a single channel - 3,435 pounds versus 656. And these two-channel shoppers are only about half our customers, but they bring in 84% of the revenue.' Pause. Then: 'So the single biggest lever we have is getting one-channel customers to also shop the other channel.' Honesty note if asked: the source data was online-only, so I modelled the channel split to demonstrate the technique.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supporting findings - don't linger, ~40 sec total. Say: '1 - Revenue is highly concentrated: the top 10% of customers drive 61%. 2 - Retention is weak: most first-time buyers never come back after month one. 3 - A third of customers have gone quiet - roughly a million pounds of dormant revenue we could win back.' Then point to the chart: 'And when I group customers by value, our best group - Champions - is a fifth of people but two-thirds of revenue.'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'so what' - what interviewers care about most. Say: 'Based on all that, here's what I'd recommend, in priority order.' Hit #1 hard: 'Get single-channel customers shopping both ways - roughly 5x their value.' Then #2: 'Protect the top 10% who drive most of the revenue.' Then #3 and #4 briefly: fix the first-month drop-off, and win back the third who've gone quiet. Close: 'Each move ties straight back to a number we just saw. Happy to walk through any of the SQL.'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206240" cy="4206240"/>
          </a:xfrm>
          <a:prstGeom prst="ellipse">
            <a:avLst/>
          </a:prstGeom>
          <a:solidFill>
            <a:srgbClr val="2A3670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822960"/>
            <a:ext cx="2926080" cy="292608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3B6F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64240" y="4480560"/>
            <a:ext cx="2560320" cy="2560320"/>
          </a:xfrm>
          <a:prstGeom prst="ellipse">
            <a:avLst/>
          </a:prstGeom>
          <a:solidFill>
            <a:srgbClr val="2A367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  |  EXECUTIVE READOUT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Customer Value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Segmentation Analysis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6118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our customers valuable across Online + Offline channels,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where the biggest growth opportunities lie.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074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B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500K+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623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analysed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5074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B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4,300+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5623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profiled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5074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B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5623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BigQuery, end-to-end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 who shop both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B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+ Offline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1460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5x</a:t>
            </a:r>
            <a:endParaRPr lang="en-US" sz="1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5262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valuable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675120" y="251460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2A367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949440" y="267004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£3,435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9509760" y="2670048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revenue if they shop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channels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75120" y="388620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2A367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49440" y="404164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7B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£656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9509760" y="4041648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revenue if they shop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one channel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Two-channel shoppers are about half our customers but drive 84% of total revenue.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7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more things the data told 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21792" y="1746504"/>
            <a:ext cx="3282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61%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96312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revenue comes from just the top 10% of customers. A small core carries the business.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51960" y="1600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416552" y="1746504"/>
            <a:ext cx="3282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7B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15-37%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2496312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first-time buyers come back the next month. Most never return after one purchase.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160020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11312" y="1746504"/>
            <a:ext cx="3328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6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33%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2496312"/>
            <a:ext cx="3291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have gone quiet (no purchase in 90+ days) - about £1.03M of dormant revenue.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160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customer group</a:t>
            </a:r>
            <a:endParaRPr lang="en-US" sz="14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457200" y="4526280"/>
          <a:ext cx="1124712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Customer Analytics  |  SQL / BigQuery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SHOULD DO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moves, ranked by impact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B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920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customers shopping both channels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359152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lever: a customer who shops Online + Offline is worth ~5x one who doesn't. Bridge the two with click-and-collect and in-store sign-ups.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906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B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309067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the top 10%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3529584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small group drives 61% of revenue. Give them VIP treatment and reach out before they lapse.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2611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B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426110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the first month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00016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first-time buyers never return. A second-purchase nudge in the first 30 days turns them into repeat customers.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4315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7B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543153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 back the quiet third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5870448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 of customers are dormant - about £1.03M at stake. A targeted win-back campaign can recover real revenue.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2026-09-11T13:24:16Z</dcterms:created>
  <dcterms:modified xsi:type="dcterms:W3CDTF">2026-09-11T13:24:16Z</dcterms:modified>
</cp:coreProperties>
</file>